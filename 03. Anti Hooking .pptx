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0" r:id="rId26"/>
    <p:sldId id="27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Objects="1">
      <p:cViewPr varScale="1">
        <p:scale>
          <a:sx n="73" d="100"/>
          <a:sy n="73" d="100"/>
        </p:scale>
        <p:origin x="882" y="66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4393692" y="4149090"/>
            <a:ext cx="2998470" cy="0"/>
          </a:xfrm>
          <a:custGeom>
            <a:avLst/>
            <a:gdLst/>
            <a:ahLst/>
            <a:cxnLst/>
            <a:rect l="l" t="t" r="r" b="b"/>
            <a:pathLst>
              <a:path w="2998470">
                <a:moveTo>
                  <a:pt x="0" y="0"/>
                </a:moveTo>
                <a:lnTo>
                  <a:pt x="2997962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5415" y="3104007"/>
            <a:ext cx="9577197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안티 후킹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(Anti - Hooking)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1.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334" y="1911477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2.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334" y="2991612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3.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시연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 flipH="1">
            <a:off x="299276" y="2240851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16200000" flipH="1">
            <a:off x="299275" y="332098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4081" y="1911477"/>
            <a:ext cx="936117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ko-KR" altLang="en-US" sz="31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실행 흐름을 변경</a:t>
            </a:r>
            <a:endParaRPr lang="en-US" altLang="ko-KR" sz="31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28636" y="3140960"/>
            <a:ext cx="9721216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리버싱에서 후킹은 정보를 </a:t>
            </a:r>
            <a:r>
              <a:rPr lang="ko-KR" altLang="en-US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가로채고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실행 흐름을 </a:t>
            </a:r>
            <a:r>
              <a:rPr lang="ko-KR" altLang="en-US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변경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하고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다른 기능을 제공하게 하는 기술</a:t>
            </a: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여러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후킹 기술이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존재하며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그중에서도 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API(</a:t>
            </a:r>
            <a:r>
              <a:rPr lang="en-US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Application </a:t>
            </a:r>
            <a:r>
              <a:rPr lang="en-US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Programming Interface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</a:p>
          <a:p>
            <a:pPr>
              <a:defRPr/>
            </a:pP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후킹 하는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기술을 </a:t>
            </a:r>
            <a:r>
              <a:rPr lang="en-US" altLang="ko-KR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API </a:t>
            </a:r>
            <a:r>
              <a:rPr lang="en-US" altLang="ko-KR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이라고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부름</a:t>
            </a:r>
          </a:p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Windows OS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에서 사용자 어플리케이션이 시스템 자원 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메모리 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파일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네트워크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비디오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사운드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,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기타</a:t>
            </a:r>
            <a:r>
              <a:rPr lang="en-US" altLang="ko-KR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</a:p>
          <a:p>
            <a:pPr>
              <a:defRPr/>
            </a:pPr>
            <a:r>
              <a:rPr lang="ko-KR" altLang="en-US" sz="15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사용하기 위해 시스템 커널에 요청하는 수단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08210" y="764630"/>
            <a:ext cx="3744468" cy="1925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Call?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37810" y="2562104"/>
            <a:ext cx="7916379" cy="17337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9387" y="4614412"/>
            <a:ext cx="9721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애플리케이션에서 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라이브러리에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있는 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함수를 호출</a:t>
            </a:r>
          </a:p>
          <a:p>
            <a:pPr algn="ctr"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은 해당하는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실행하고 </a:t>
            </a:r>
            <a:r>
              <a:rPr lang="ko-KR" altLang="en-US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반환 </a:t>
            </a:r>
            <a:r>
              <a:rPr lang="ko-KR" altLang="en-US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값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성공 여부 및 결과 값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리턴</a:t>
            </a: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4080" y="1911477"/>
            <a:ext cx="96665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2800">
                <a:latin typeface="-윤고딕330" panose="02030504000101010101" pitchFamily="18" charset="-127"/>
                <a:ea typeface="-윤고딕330" panose="02030504000101010101" pitchFamily="18" charset="-127"/>
              </a:rPr>
              <a:t>Win32 API</a:t>
            </a:r>
            <a:r>
              <a:rPr lang="ko-KR" altLang="en-US" sz="2800">
                <a:latin typeface="-윤고딕330" panose="02030504000101010101" pitchFamily="18" charset="-127"/>
                <a:ea typeface="-윤고딕330" panose="02030504000101010101" pitchFamily="18" charset="-127"/>
              </a:rPr>
              <a:t> 호출을 중간에서 가로채어 제어권을 얻어내는 것</a:t>
            </a:r>
            <a:endParaRPr lang="ko-KR" altLang="en-US" sz="28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43682" y="2849683"/>
            <a:ext cx="7659169" cy="215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9370" y="5256036"/>
            <a:ext cx="93611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사진</a:t>
            </a:r>
            <a:r>
              <a:rPr lang="en-US" altLang="ko-KR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(1)</a:t>
            </a: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 정상적인 </a:t>
            </a:r>
            <a:r>
              <a:rPr lang="en-US" altLang="ko-KR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 호출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59433" y="5550979"/>
            <a:ext cx="93611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사진</a:t>
            </a:r>
            <a:r>
              <a:rPr lang="en-US" altLang="ko-KR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(2)</a:t>
            </a: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 후킹된 </a:t>
            </a:r>
            <a:r>
              <a:rPr lang="en-US" altLang="ko-KR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 호출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8151" y="1576128"/>
            <a:ext cx="8935697" cy="37057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Hooking?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26084" y="2483001"/>
            <a:ext cx="11867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</a:t>
            </a: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() </a:t>
            </a:r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가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후킹된 프로세스는 </a:t>
            </a:r>
            <a:endParaRPr lang="en-US" altLang="ko-KR" sz="20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</a:t>
            </a: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() API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가 호출 될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때 </a:t>
            </a:r>
            <a:r>
              <a:rPr lang="en-US" altLang="ko-KR" sz="20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hook.MyCreateFile</a:t>
            </a:r>
            <a:r>
              <a:rPr lang="en-US" altLang="ko-KR" sz="20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()</a:t>
            </a:r>
            <a:r>
              <a:rPr lang="ko-KR" altLang="en-US" sz="2000" b="1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호출</a:t>
            </a: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  → 정상적인 </a:t>
            </a: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 호출 루틴을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가로채어 </a:t>
            </a:r>
            <a:r>
              <a:rPr lang="en-US" altLang="ko-KR" sz="20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hook.MyCreateFile</a:t>
            </a:r>
            <a:r>
              <a:rPr lang="en-US" altLang="ko-KR" sz="20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()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함수의 코드가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먼저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실행 됨</a:t>
            </a:r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.</a:t>
            </a:r>
          </a:p>
          <a:p>
            <a:pPr>
              <a:defRPr/>
            </a:pPr>
            <a:endParaRPr lang="en-US" altLang="ko-KR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endParaRPr lang="en-US" altLang="ko-KR" sz="20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CreateFile() API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호출의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반환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값을 </a:t>
            </a:r>
            <a:r>
              <a:rPr lang="ko-KR" altLang="en-US" sz="20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변조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하거나 해당 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</a:t>
            </a:r>
            <a:r>
              <a:rPr lang="ko-KR" altLang="en-US" sz="20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무력화</a:t>
            </a:r>
            <a:r>
              <a:rPr lang="ko-KR" altLang="en-US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 시키는 </a:t>
            </a:r>
            <a:r>
              <a:rPr lang="ko-KR" altLang="en-US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행위가 가능</a:t>
            </a: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2" name="아래쪽 화살표 1"/>
          <p:cNvSpPr/>
          <p:nvPr/>
        </p:nvSpPr>
        <p:spPr>
          <a:xfrm>
            <a:off x="5622924" y="3861060"/>
            <a:ext cx="360050" cy="5760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4081" y="1911477"/>
            <a:ext cx="936117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1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ko-KR" altLang="en-US" sz="31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무력화</a:t>
            </a:r>
            <a:endParaRPr lang="ko-KR" altLang="en-US" sz="31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99387" y="2895850"/>
            <a:ext cx="97212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앞서 설명한 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후킹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기법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무력화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하는데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사용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.</a:t>
            </a: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Import Address Table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에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서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호출 함수가 </a:t>
            </a:r>
            <a:r>
              <a:rPr lang="ko-KR" altLang="en-US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노출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되지 않음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endParaRPr lang="en-US" altLang="ko-KR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(Win32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호출을 숨길 수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있음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.)</a:t>
            </a: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수동 분석 진행 시 분석을 </a:t>
            </a:r>
            <a:r>
              <a:rPr lang="ko-KR" altLang="en-US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방해</a:t>
            </a:r>
            <a:endParaRPr lang="en-US" altLang="ko-KR" smtClean="0">
              <a:solidFill>
                <a:srgbClr val="FF0000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정상적인 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호출 루틴이 이루어지지 않아 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추적을 통한 수동 분석을 방해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설계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68520" y="2132820"/>
            <a:ext cx="7914285" cy="1733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5300" y="4365130"/>
            <a:ext cx="97212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1. C</a:t>
            </a:r>
            <a:r>
              <a:rPr lang="en-US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:\</a:t>
            </a:r>
            <a:r>
              <a:rPr lang="en-US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Windows\SysWOW64\kernel32.dll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복사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하여</a:t>
            </a:r>
          </a:p>
          <a:p>
            <a:pPr algn="ctr">
              <a:defRPr/>
            </a:pPr>
            <a:r>
              <a:rPr lang="en-US" altLang="ko-KR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kernel32Copy.dll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을 생성</a:t>
            </a:r>
          </a:p>
          <a:p>
            <a:pPr algn="ctr"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2. </a:t>
            </a:r>
            <a:r>
              <a:rPr lang="en-US" altLang="ko-KR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kernel32Copy.dll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에 있는 </a:t>
            </a: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 함수를 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호출 하도록 구성</a:t>
            </a: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3. </a:t>
            </a:r>
            <a:r>
              <a:rPr lang="en-US" altLang="ko-KR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kernel32Copy.dll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에서 </a:t>
            </a:r>
            <a:r>
              <a:rPr lang="en-US" altLang="ko-KR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실행하고 반환 값을 프로세스에게 돌려줌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230" y="1890311"/>
            <a:ext cx="1944270" cy="530549"/>
          </a:xfrm>
          <a:prstGeom prst="rect">
            <a:avLst/>
          </a:prstGeom>
        </p:spPr>
      </p:pic>
      <p:cxnSp>
        <p:nvCxnSpPr>
          <p:cNvPr id="8" name="직선 화살표 연결선 7"/>
          <p:cNvCxnSpPr/>
          <p:nvPr/>
        </p:nvCxnSpPr>
        <p:spPr>
          <a:xfrm flipV="1">
            <a:off x="6384040" y="2155585"/>
            <a:ext cx="1224170" cy="2652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폭발 1 8"/>
          <p:cNvSpPr/>
          <p:nvPr/>
        </p:nvSpPr>
        <p:spPr>
          <a:xfrm>
            <a:off x="6816100" y="2072192"/>
            <a:ext cx="360050" cy="432060"/>
          </a:xfrm>
          <a:prstGeom prst="irregularSeal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개발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(1)</a:t>
            </a:r>
            <a:endParaRPr lang="ko-KR" altLang="en-US" sz="3700">
              <a:latin typeface="맑은 고딕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160" y="1844837"/>
            <a:ext cx="6148359" cy="410451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12110" y="1867477"/>
            <a:ext cx="5760720" cy="4081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개발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2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ko-KR" altLang="en-US" sz="370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9387" y="2708910"/>
            <a:ext cx="972121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BOOL CopyFile(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LPCTSTR lpExistingFileName,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LPCTSTR lpNewFileName,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BOOL    bFailIfExists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);</a:t>
            </a: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lpExistingFileName,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복사하고자 하는 파일명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경로 포함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IpNewFileName :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복사할 대상 파일명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경로 포함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bFailIfExists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True :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대상 파일이 존재하면 파일을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Copy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false :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대상 파일이 존재해도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Copy</a:t>
            </a:r>
          </a:p>
          <a:p>
            <a:pPr>
              <a:defRPr/>
            </a:pPr>
            <a:endParaRPr lang="en-US" altLang="ko-KR" sz="16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16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기존 파일을 새 파일로 복사하는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081" y="1911477"/>
            <a:ext cx="936117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CopyFile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개발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ko-KR" altLang="en-US" sz="370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9387" y="2708910"/>
            <a:ext cx="972121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HMODULE LoadLibraryExA(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LPCSTR lpLibFileName,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     HANDLE hFile,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DWORD  dwFlags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);</a:t>
            </a: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l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pLibFileName,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로드할 모듈의 파일이름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IpNewFileName :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복사할 대상 파일명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경로 포함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hFile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Null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dwFlags :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모듈을 로드할 때 수행할 작업</a:t>
            </a:r>
          </a:p>
          <a:p>
            <a:pPr>
              <a:defRPr/>
            </a:pP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동적 라이브러리를 로드할떄 </a:t>
            </a:r>
            <a:r>
              <a:rPr lang="en-US" altLang="en-US" sz="16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LOAD_LIBRARY_SEARCH_DEFAULT_DIRS</a:t>
            </a:r>
            <a:r>
              <a:rPr lang="ko-KR" altLang="en-US" sz="1600" b="1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16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플래그를 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사용</a:t>
            </a:r>
          </a:p>
          <a:p>
            <a:pPr>
              <a:defRPr/>
            </a:pPr>
            <a:endParaRPr lang="en-US" altLang="ko-KR" sz="16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지정된 모듈을 프로세스에 로드 하는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081" y="1911477"/>
            <a:ext cx="936117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LoadLibraryEx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개발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3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ko-KR" altLang="en-US" sz="370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9387" y="2708910"/>
            <a:ext cx="9721216" cy="2442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FARPROC GetProcAddress(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HMODULE hModule,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  [in] LPCSTR  lpProcName</a:t>
            </a:r>
          </a:p>
          <a:p>
            <a:pPr>
              <a:defRPr/>
            </a:pPr>
            <a:r>
              <a:rPr lang="en-US" altLang="ko-KR">
                <a:latin typeface="-윤고딕330" panose="02030504000101010101" pitchFamily="18" charset="-127"/>
                <a:ea typeface="-윤고딕330" panose="02030504000101010101" pitchFamily="18" charset="-127"/>
              </a:rPr>
              <a:t>);</a:t>
            </a:r>
          </a:p>
          <a:p>
            <a:pPr>
              <a:defRPr/>
            </a:pPr>
            <a:endParaRPr lang="en-US" altLang="ko-KR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hModule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DLL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모듈에 대한 핸들</a:t>
            </a:r>
          </a:p>
          <a:p>
            <a:pPr>
              <a:defRPr/>
            </a:pP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lpProcName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600">
                <a:latin typeface="-윤고딕330" panose="02030504000101010101" pitchFamily="18" charset="-127"/>
                <a:ea typeface="-윤고딕330" panose="02030504000101010101" pitchFamily="18" charset="-127"/>
              </a:rPr>
              <a:t> 함수 또는 변수 명</a:t>
            </a:r>
          </a:p>
          <a:p>
            <a:pPr>
              <a:defRPr/>
            </a:pPr>
            <a:endParaRPr lang="en-US" altLang="ko-KR" sz="16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지정된 모듈에서 함수</a:t>
            </a:r>
            <a:r>
              <a:rPr lang="en-US" altLang="ko-KR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프로시저</a:t>
            </a:r>
            <a:r>
              <a:rPr lang="en-US" altLang="ko-KR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r>
              <a:rPr lang="ko-KR" altLang="en-US" sz="16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를 검색하는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081" y="1911477"/>
            <a:ext cx="936117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3100">
                <a:latin typeface="-윤고딕330" panose="02030504000101010101" pitchFamily="18" charset="-127"/>
                <a:ea typeface="-윤고딕330" panose="02030504000101010101" pitchFamily="18" charset="-127"/>
              </a:rPr>
              <a:t>GetProcAddress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실행 결과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1841" y="2846939"/>
            <a:ext cx="2298661" cy="5624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91260" y="3624126"/>
            <a:ext cx="5328668" cy="520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랜덤한 파일이름의 </a:t>
            </a:r>
          </a:p>
          <a:p>
            <a:pPr algn="ctr">
              <a:defRPr/>
            </a:pP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복사본을 생성</a:t>
            </a:r>
          </a:p>
        </p:txBody>
      </p:sp>
      <p:sp>
        <p:nvSpPr>
          <p:cNvPr id="12" name="오른쪽 화살표 11"/>
          <p:cNvSpPr/>
          <p:nvPr/>
        </p:nvSpPr>
        <p:spPr>
          <a:xfrm>
            <a:off x="4400170" y="2903940"/>
            <a:ext cx="936119" cy="44843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50000"/>
              </a:schemeClr>
            </a:glow>
          </a:effectLst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40372" y="2672905"/>
            <a:ext cx="5302482" cy="10801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0372" y="3969067"/>
            <a:ext cx="53286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kernel32Copy.Sleep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함수 호출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실행 결과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94396" y="2420860"/>
            <a:ext cx="7579917" cy="2376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Import Address Table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24571" y="1786142"/>
            <a:ext cx="5942857" cy="328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87649" y="5301234"/>
            <a:ext cx="57797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Table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에서 원본 </a:t>
            </a: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 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모듈에서 </a:t>
            </a:r>
            <a:r>
              <a:rPr lang="en-US" altLang="ko-KR" sz="1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Sleep()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찾을 수 없음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Import Address Table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87649" y="4797171"/>
            <a:ext cx="57797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 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복사본이 동적으로 로드되기에</a:t>
            </a:r>
            <a:endParaRPr lang="en-US" altLang="ko-KR" sz="1400" b="1" smtClean="0">
              <a:solidFill>
                <a:schemeClr val="dk1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/>
            </a:r>
            <a:br>
              <a:rPr lang="en-US" altLang="ko-KR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</a:br>
            <a:r>
              <a:rPr lang="en-US" altLang="ko-KR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Table 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목록에서 </a:t>
            </a: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kernel32Copy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모듈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은 노출되지 않음</a:t>
            </a:r>
            <a:endParaRPr lang="ko-KR" altLang="en-US" sz="1400" b="1">
              <a:solidFill>
                <a:schemeClr val="dk1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6047" y="2362051"/>
            <a:ext cx="6839904" cy="21338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ko-KR" altLang="en-US" sz="3700" smtClean="0">
                <a:latin typeface="맑은 고딕"/>
                <a:ea typeface="맑은 고딕"/>
              </a:rPr>
              <a:t>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동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5015" y="6327578"/>
            <a:ext cx="57797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모니터링 툴로 이벤트 로그 확인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39568" y="1772770"/>
            <a:ext cx="7272284" cy="4423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Hooking</a:t>
            </a:r>
            <a:r>
              <a:rPr lang="ko-KR" altLang="en-US" sz="3700" smtClean="0">
                <a:latin typeface="맑은 고딕"/>
                <a:ea typeface="맑은 고딕"/>
              </a:rPr>
              <a:t>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845" y="1845527"/>
            <a:ext cx="57797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CreateFile() SUCCESS </a:t>
            </a: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ko-KR" altLang="en-US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파일 생성에 성공하였음</a:t>
            </a: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63440" y="2492870"/>
            <a:ext cx="5878174" cy="339163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직선 화살표 연결선 11"/>
          <p:cNvCxnSpPr/>
          <p:nvPr/>
        </p:nvCxnSpPr>
        <p:spPr>
          <a:xfrm rot="10800000" flipV="1">
            <a:off x="4223710" y="2212049"/>
            <a:ext cx="2160270" cy="17282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rot="10800000" flipV="1">
            <a:off x="4079691" y="4188689"/>
            <a:ext cx="4608576" cy="1116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08133" y="4012274"/>
            <a:ext cx="36195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latin typeface="-윤고딕330" panose="02030504000101010101" pitchFamily="18" charset="-127"/>
                <a:ea typeface="-윤고딕330" panose="02030504000101010101" pitchFamily="18" charset="-127"/>
              </a:rPr>
              <a:t>C:\ckP4.tmp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ko-KR" altLang="en-US" sz="3700">
                <a:latin typeface="맑은 고딕"/>
                <a:ea typeface="맑은 고딕"/>
              </a:rPr>
              <a:t>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1358" y="1843755"/>
            <a:ext cx="6552846" cy="1004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11358" y="2911317"/>
            <a:ext cx="5779780" cy="948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동적 라이브러리 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로드</a:t>
            </a:r>
          </a:p>
          <a:p>
            <a:pPr algn="ctr">
              <a:defRPr/>
            </a:pPr>
            <a:endParaRPr lang="ko-KR" altLang="en-US" sz="1400" b="1">
              <a:solidFill>
                <a:schemeClr val="dk1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이벤트 로그</a:t>
            </a:r>
          </a:p>
          <a:p>
            <a:pPr algn="ctr">
              <a:defRPr/>
            </a:pP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</a:t>
            </a: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HgOP.tmp</a:t>
            </a: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59870" y="3536232"/>
            <a:ext cx="5688717" cy="317048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연결선 9"/>
          <p:cNvCxnSpPr/>
          <p:nvPr/>
        </p:nvCxnSpPr>
        <p:spPr>
          <a:xfrm rot="16200000" flipH="1">
            <a:off x="3179641" y="4832128"/>
            <a:ext cx="936117" cy="0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3647674" y="5301260"/>
            <a:ext cx="1008126" cy="0"/>
          </a:xfrm>
          <a:prstGeom prst="straightConnector1">
            <a:avLst/>
          </a:prstGeom>
          <a:ln w="28575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ko-KR" altLang="en-US" sz="3700">
                <a:latin typeface="맑은 고딕"/>
                <a:ea typeface="맑은 고딕"/>
              </a:rPr>
              <a:t>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48442" y="2320057"/>
            <a:ext cx="8568098" cy="2693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206110" y="5301234"/>
            <a:ext cx="57797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Copy.Sleep() 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루틴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ko-KR" altLang="en-US" sz="3700">
                <a:latin typeface="맑은 고딕"/>
                <a:ea typeface="맑은 고딕"/>
              </a:rPr>
              <a:t>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34095" y="3029000"/>
            <a:ext cx="9323809" cy="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87649" y="4365117"/>
            <a:ext cx="57797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kerner32.sleep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호출이 아닌 </a:t>
            </a:r>
            <a:r>
              <a:rPr lang="en-US" altLang="ko-KR" sz="1400" b="1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8oco.Sleep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호출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ko-KR" altLang="en-US" sz="3700">
                <a:latin typeface="맑은 고딕"/>
                <a:ea typeface="맑은 고딕"/>
              </a:rPr>
              <a:t>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56625" y="6359172"/>
            <a:ext cx="57797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kerner32.sleep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1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</a:t>
            </a:r>
            <a:r>
              <a:rPr lang="en-US" altLang="ko-KR" sz="1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reak</a:t>
            </a:r>
            <a:r>
              <a:rPr lang="en-US" altLang="ko-KR" sz="1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point</a:t>
            </a:r>
            <a:r>
              <a:rPr lang="ko-KR" altLang="en-US" sz="1400" b="1" smtClean="0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1400" b="1">
                <a:solidFill>
                  <a:schemeClr val="dk1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설치 시 잡히지 않음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06110" y="1822604"/>
            <a:ext cx="6561404" cy="4342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Anti Hooking</a:t>
            </a:r>
            <a:r>
              <a:rPr lang="ko-KR" altLang="en-US" sz="3700">
                <a:latin typeface="맑은 고딕"/>
                <a:ea typeface="맑은 고딕"/>
              </a:rPr>
              <a:t>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사례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9484" y="2557681"/>
            <a:ext cx="103693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kernel32.dll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복사본을 로드하여 해당 복사본의 함수를 호출 함으로 써</a:t>
            </a:r>
            <a:endParaRPr lang="en-US" altLang="ko-KR" sz="24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    API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후킹 기법을 </a:t>
            </a:r>
            <a:r>
              <a:rPr lang="ko-KR" altLang="en-US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무력화</a:t>
            </a:r>
            <a:endParaRPr lang="en-US" altLang="ko-KR" sz="2400" b="1" smtClean="0">
              <a:solidFill>
                <a:srgbClr val="FF0000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해당 기법은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추적을 통한 </a:t>
            </a:r>
            <a:r>
              <a:rPr lang="ko-KR" altLang="en-US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수동 분석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방해</a:t>
            </a:r>
          </a:p>
          <a:p>
            <a:pPr>
              <a:defRPr/>
            </a:pP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정적 분석 시 함수 테이블 목록에서 </a:t>
            </a:r>
            <a:r>
              <a:rPr lang="ko-KR" altLang="en-US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은닉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됨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.</a:t>
            </a:r>
            <a:endParaRPr lang="ko-KR" altLang="en-US" sz="2400" b="1">
              <a:solidFill>
                <a:srgbClr val="FF0000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818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/>
          <p:cNvSpPr/>
          <p:nvPr/>
        </p:nvSpPr>
        <p:spPr>
          <a:xfrm>
            <a:off x="193624" y="6309400"/>
            <a:ext cx="118792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06" y="1196690"/>
            <a:ext cx="6327040" cy="44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0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/>
          <p:cNvSpPr/>
          <p:nvPr/>
        </p:nvSpPr>
        <p:spPr>
          <a:xfrm>
            <a:off x="193624" y="6309400"/>
            <a:ext cx="118792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594</Words>
  <Application>Microsoft Office PowerPoint</Application>
  <PresentationFormat>와이드스크린</PresentationFormat>
  <Paragraphs>128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-윤고딕330</vt:lpstr>
      <vt:lpstr>함초롬돋움</vt:lpstr>
      <vt:lpstr>Arial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jdh69</dc:creator>
  <cp:lastModifiedBy>전동혁</cp:lastModifiedBy>
  <cp:revision>483</cp:revision>
  <dcterms:created xsi:type="dcterms:W3CDTF">2023-11-13T03:20:15Z</dcterms:created>
  <dcterms:modified xsi:type="dcterms:W3CDTF">2026-01-15T08:01:43Z</dcterms:modified>
  <cp:version>1000.0000.01</cp:version>
</cp:coreProperties>
</file>